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756F"/>
    <a:srgbClr val="F98843"/>
    <a:srgbClr val="A00C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3" autoAdjust="0"/>
    <p:restoredTop sz="94660"/>
  </p:normalViewPr>
  <p:slideViewPr>
    <p:cSldViewPr snapToGrid="0" showGuides="1">
      <p:cViewPr varScale="1">
        <p:scale>
          <a:sx n="80" d="100"/>
          <a:sy n="80" d="100"/>
        </p:scale>
        <p:origin x="120" y="876"/>
      </p:cViewPr>
      <p:guideLst>
        <p:guide orient="horz" pos="209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12A314-3160-F67A-A568-F4A77F7FB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B86CBDB-D103-8C67-BE46-EB70A4A31D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4501A8-3D33-94D0-FDF3-B41F7D97D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41167-E880-4DBC-9146-77A2F01ABA13}" type="datetimeFigureOut">
              <a:rPr lang="ko-KR" altLang="en-US" smtClean="0"/>
              <a:t>2024-04-21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8B02EA-DC52-4749-7375-148351A0F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2C3EEB-2F20-F9A8-8FE5-2022CD63D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3E44C-4ED5-45CA-825C-CB3EF346C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826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24A2F7-124C-8F91-07C4-D77737FDF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A24F85-5FFF-4B10-0AEB-30AC7B847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5F3517-7232-B37E-FB8C-682917EA7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41167-E880-4DBC-9146-77A2F01ABA13}" type="datetimeFigureOut">
              <a:rPr lang="ko-KR" altLang="en-US" smtClean="0"/>
              <a:t>2024-04-21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95AC94-4F2C-C7E0-6C84-DE2C6766C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08F6F2-4193-D90A-AF9D-24CB844F8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3E44C-4ED5-45CA-825C-CB3EF346C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8606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5C5E14-0ED1-E62D-1E21-769EF7AC2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B29DA6-A040-1F6C-BB20-5EADD76F4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07BB3D-078F-624E-8069-180C38034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41167-E880-4DBC-9146-77A2F01ABA13}" type="datetimeFigureOut">
              <a:rPr lang="ko-KR" altLang="en-US" smtClean="0"/>
              <a:t>2024-04-21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18D453-A3F9-B503-EBF9-F49F7C81C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CB778C-D31D-D80E-DFC7-1E97FBAC2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3E44C-4ED5-45CA-825C-CB3EF346C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6631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9EE70D-5CF7-D568-07C5-9B9D30782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A52986-3E35-3B9C-D6C7-8BAC6554F7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D63B0C1-CF40-3A77-AA0E-29AC25E668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82EE3C-11E2-67D8-F5D0-21B49310D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41167-E880-4DBC-9146-77A2F01ABA13}" type="datetimeFigureOut">
              <a:rPr lang="ko-KR" altLang="en-US" smtClean="0"/>
              <a:t>2024-04-21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EFF4CB-2EE6-3E01-73E1-0A3632DCA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5296CE-4152-06A8-7FAF-C7FEDCFD5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3E44C-4ED5-45CA-825C-CB3EF346C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980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0201EF-B75B-0091-A5A8-9760F0D53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261EB8-1233-5686-0147-58056282B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7F9B15-819D-195B-4C5B-9F435602D4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02FCBCD-E05C-51F3-AF0F-5670BEEF7B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0238E04-7EDD-F7BA-2016-98825DB790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8AC0A52-9FE8-0764-7C8F-221A479EC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41167-E880-4DBC-9146-77A2F01ABA13}" type="datetimeFigureOut">
              <a:rPr lang="ko-KR" altLang="en-US" smtClean="0"/>
              <a:t>2024-04-21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329B686-D281-7266-2E70-6B50307E7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2173B92-621A-B5C8-2832-6C7F361E4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3E44C-4ED5-45CA-825C-CB3EF346C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655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76C4F6-4977-9DBF-C463-DB157CE3F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47AAA08-6F83-660C-6853-985197B7B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41167-E880-4DBC-9146-77A2F01ABA13}" type="datetimeFigureOut">
              <a:rPr lang="ko-KR" altLang="en-US" smtClean="0"/>
              <a:t>2024-04-21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9964885-664F-5B9A-B16C-16FEF732D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5C4FAB5-3606-58CF-2B3D-94AE0C9DD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3E44C-4ED5-45CA-825C-CB3EF346C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329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5FC41C1-ECE3-6D74-6155-C24FF707A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41167-E880-4DBC-9146-77A2F01ABA13}" type="datetimeFigureOut">
              <a:rPr lang="ko-KR" altLang="en-US" smtClean="0"/>
              <a:t>2024-04-21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A482BFD-655B-E8AE-4BA8-429AAC23E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FAAE8C-215F-25AC-B258-FE6E3378D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3E44C-4ED5-45CA-825C-CB3EF346C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859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3C6ABA-1541-6E24-CBC4-43245F72A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35CBF3-5291-4898-F65B-81D5F62F5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1E7804-8C06-A4EA-1C4C-D1828E50F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2FFF40-EE23-4359-E9F9-0CD536871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41167-E880-4DBC-9146-77A2F01ABA13}" type="datetimeFigureOut">
              <a:rPr lang="ko-KR" altLang="en-US" smtClean="0"/>
              <a:t>2024-04-21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6E9A4F-1402-16EA-19E9-21345F882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DB60FB-108E-2A7E-4519-41E6F8747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3E44C-4ED5-45CA-825C-CB3EF346C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243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30E25B-6565-37AB-C483-BCF5DE00D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1CD29F2-9505-13E2-C0CE-D2E2F4D803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C6BD03-1BD3-8A16-24C3-D8D5DA021E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7DEB4B-21CF-2957-5D83-F4F700D2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41167-E880-4DBC-9146-77A2F01ABA13}" type="datetimeFigureOut">
              <a:rPr lang="ko-KR" altLang="en-US" smtClean="0"/>
              <a:t>2024-04-21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9A5FB9-4D82-E858-0AA4-7D9FBB7BC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8A5875-161C-84FA-F901-AD996FD89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3E44C-4ED5-45CA-825C-CB3EF346C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2650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14076-E62F-E755-F5AB-E2A32C261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AFB2B7-D4CB-5562-4591-B987ADDC6D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2D09BD-4B44-B0E4-1D2D-E337745AC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41167-E880-4DBC-9146-77A2F01ABA13}" type="datetimeFigureOut">
              <a:rPr lang="ko-KR" altLang="en-US" smtClean="0"/>
              <a:t>2024-04-21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C26E2F-30C0-3B51-AE84-24592AB68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C2A1ED-53EC-7E63-BC87-5A0C367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3E44C-4ED5-45CA-825C-CB3EF346C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4440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638C87A-3E36-685C-8ACE-C77A6F8417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EA09643-B0FC-4ED7-F10C-F1375A29A0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7036C0-F7A5-1284-DD7E-F8E601612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41167-E880-4DBC-9146-77A2F01ABA13}" type="datetimeFigureOut">
              <a:rPr lang="ko-KR" altLang="en-US" smtClean="0"/>
              <a:t>2024-04-21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20132A-4E7F-F450-C1E3-0D4EAECF3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C81082-E738-5E37-751A-F29E2375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3E44C-4ED5-45CA-825C-CB3EF346C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995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5442672-C66C-AF93-1024-3A6371C95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8A59B6-4B89-A998-8901-7AC02654B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D8053E-FCC6-24BA-4850-1BDD294AF2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641167-E880-4DBC-9146-77A2F01ABA13}" type="datetimeFigureOut">
              <a:rPr lang="ko-KR" altLang="en-US" smtClean="0"/>
              <a:t>2024-04-21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DFEF12-6340-5D84-36E5-7FB40B21A9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611488-2077-E527-89F3-E27FE66B2F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C3E44C-4ED5-45CA-825C-CB3EF346C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3321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gif"/><Relationship Id="rId5" Type="http://schemas.openxmlformats.org/officeDocument/2006/relationships/image" Target="../media/image4.gi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식사, 음식, 요리, 미식이(가) 표시된 사진&#10;&#10;자동 생성된 설명">
            <a:extLst>
              <a:ext uri="{FF2B5EF4-FFF2-40B4-BE49-F238E27FC236}">
                <a16:creationId xmlns:a16="http://schemas.microsoft.com/office/drawing/2014/main" id="{8474B30E-AC40-060A-5055-464E8E5F0B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AC1B13-E878-C631-DF8D-84AD00212D23}"/>
              </a:ext>
            </a:extLst>
          </p:cNvPr>
          <p:cNvSpPr txBox="1"/>
          <p:nvPr/>
        </p:nvSpPr>
        <p:spPr>
          <a:xfrm>
            <a:off x="421234" y="871017"/>
            <a:ext cx="4424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비교 불가한 </a:t>
            </a:r>
            <a:r>
              <a:rPr lang="ko-KR" altLang="en-US" sz="3600" b="1" dirty="0">
                <a:solidFill>
                  <a:srgbClr val="E5756F"/>
                </a:solidFill>
              </a:rPr>
              <a:t>맛과 정성</a:t>
            </a:r>
            <a:r>
              <a:rPr lang="ko-KR" altLang="en-US" b="1" dirty="0"/>
              <a:t>의 차이</a:t>
            </a:r>
          </a:p>
        </p:txBody>
      </p:sp>
      <p:sp>
        <p:nvSpPr>
          <p:cNvPr id="9" name="막힌 원호 8">
            <a:extLst>
              <a:ext uri="{FF2B5EF4-FFF2-40B4-BE49-F238E27FC236}">
                <a16:creationId xmlns:a16="http://schemas.microsoft.com/office/drawing/2014/main" id="{33D60DE2-ED36-AE89-B3FC-BEB878B332EB}"/>
              </a:ext>
            </a:extLst>
          </p:cNvPr>
          <p:cNvSpPr/>
          <p:nvPr/>
        </p:nvSpPr>
        <p:spPr>
          <a:xfrm rot="21024408">
            <a:off x="1574922" y="2529020"/>
            <a:ext cx="2595716" cy="321637"/>
          </a:xfrm>
          <a:prstGeom prst="blockArc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090C63-74BE-C669-1239-00B468AA830C}"/>
              </a:ext>
            </a:extLst>
          </p:cNvPr>
          <p:cNvSpPr txBox="1"/>
          <p:nvPr/>
        </p:nvSpPr>
        <p:spPr>
          <a:xfrm rot="20869505">
            <a:off x="1431952" y="2005526"/>
            <a:ext cx="3810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chemeClr val="accent2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맛</a:t>
            </a:r>
            <a:r>
              <a:rPr lang="ko-KR" altLang="en-US" sz="1200" dirty="0">
                <a:latin typeface="ADLaM Display" panose="02010000000000000000" pitchFamily="2" charset="0"/>
                <a:cs typeface="ADLaM Display" panose="02010000000000000000" pitchFamily="2" charset="0"/>
              </a:rPr>
              <a:t>이 </a:t>
            </a:r>
            <a:r>
              <a:rPr lang="ko-KR" altLang="en-US" sz="1100" dirty="0">
                <a:latin typeface="ADLaM Display" panose="02010000000000000000" pitchFamily="2" charset="0"/>
                <a:cs typeface="ADLaM Display" panose="02010000000000000000" pitchFamily="2" charset="0"/>
              </a:rPr>
              <a:t>없다면 돈을 받지 않겠습니다</a:t>
            </a:r>
            <a:r>
              <a:rPr lang="en-US" altLang="ko-KR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!</a:t>
            </a:r>
            <a:endParaRPr lang="ko-KR" altLang="en-US" sz="1600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6A48505-9A29-3D73-6C4A-F935887CC24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1000"/>
          </a:blip>
          <a:stretch>
            <a:fillRect/>
          </a:stretch>
        </p:blipFill>
        <p:spPr>
          <a:xfrm flipH="1">
            <a:off x="300928" y="2138643"/>
            <a:ext cx="1034305" cy="646330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89AF73B9-F43C-ED53-3597-3202D1285A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51286">
            <a:off x="4434295" y="2532783"/>
            <a:ext cx="895623" cy="429827"/>
          </a:xfrm>
          <a:prstGeom prst="rect">
            <a:avLst/>
          </a:prstGeom>
        </p:spPr>
      </p:pic>
      <p:pic>
        <p:nvPicPr>
          <p:cNvPr id="25" name="그림 24" descr="의류, 가구, 사람, 사람들이(가) 표시된 사진&#10;&#10;자동 생성된 설명">
            <a:extLst>
              <a:ext uri="{FF2B5EF4-FFF2-40B4-BE49-F238E27FC236}">
                <a16:creationId xmlns:a16="http://schemas.microsoft.com/office/drawing/2014/main" id="{ADB5AFF2-B9FB-69A2-E7AE-9C70E9D512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7105" y="4307121"/>
            <a:ext cx="2708899" cy="2333024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pic>
        <p:nvPicPr>
          <p:cNvPr id="27" name="그림 26" descr="음식, 식사, 사람, 의류이(가) 표시된 사진&#10;&#10;자동 생성된 설명">
            <a:extLst>
              <a:ext uri="{FF2B5EF4-FFF2-40B4-BE49-F238E27FC236}">
                <a16:creationId xmlns:a16="http://schemas.microsoft.com/office/drawing/2014/main" id="{8B6B3374-0C33-7892-D4A5-A7B51515ED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77" y="4380322"/>
            <a:ext cx="2854901" cy="2259823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74233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474B30E-AC40-060A-5055-464E8E5F0B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AC1B13-E878-C631-DF8D-84AD00212D23}"/>
              </a:ext>
            </a:extLst>
          </p:cNvPr>
          <p:cNvSpPr txBox="1"/>
          <p:nvPr/>
        </p:nvSpPr>
        <p:spPr>
          <a:xfrm>
            <a:off x="822287" y="475135"/>
            <a:ext cx="4424516" cy="646331"/>
          </a:xfrm>
          <a:prstGeom prst="rect">
            <a:avLst/>
          </a:prstGeom>
          <a:noFill/>
          <a:effectLst>
            <a:glow rad="139700">
              <a:schemeClr val="accent5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</a:rPr>
              <a:t>비교 불가한 </a:t>
            </a:r>
            <a:r>
              <a:rPr lang="ko-KR" altLang="en-US" sz="3600" b="1" dirty="0">
                <a:solidFill>
                  <a:srgbClr val="E5756F"/>
                </a:solidFill>
              </a:rPr>
              <a:t>맛과 정성</a:t>
            </a:r>
            <a:r>
              <a:rPr lang="ko-KR" altLang="en-US" b="1" dirty="0">
                <a:solidFill>
                  <a:schemeClr val="bg1"/>
                </a:solidFill>
              </a:rPr>
              <a:t>의 차이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9" name="막힌 원호 8">
            <a:extLst>
              <a:ext uri="{FF2B5EF4-FFF2-40B4-BE49-F238E27FC236}">
                <a16:creationId xmlns:a16="http://schemas.microsoft.com/office/drawing/2014/main" id="{33D60DE2-ED36-AE89-B3FC-BEB878B332EB}"/>
              </a:ext>
            </a:extLst>
          </p:cNvPr>
          <p:cNvSpPr/>
          <p:nvPr/>
        </p:nvSpPr>
        <p:spPr>
          <a:xfrm rot="21024408">
            <a:off x="2043446" y="6102628"/>
            <a:ext cx="2595716" cy="250723"/>
          </a:xfrm>
          <a:prstGeom prst="blockArc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090C63-74BE-C669-1239-00B468AA830C}"/>
              </a:ext>
            </a:extLst>
          </p:cNvPr>
          <p:cNvSpPr txBox="1"/>
          <p:nvPr/>
        </p:nvSpPr>
        <p:spPr>
          <a:xfrm rot="20869505">
            <a:off x="1917426" y="5608314"/>
            <a:ext cx="3810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chemeClr val="accent2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맛</a:t>
            </a:r>
            <a:r>
              <a:rPr lang="ko-KR" altLang="en-US" sz="1200" dirty="0">
                <a:solidFill>
                  <a:schemeClr val="bg1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이 </a:t>
            </a:r>
            <a:r>
              <a:rPr lang="ko-KR" altLang="en-US" sz="1100" dirty="0">
                <a:solidFill>
                  <a:schemeClr val="bg1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없다면 돈을 받지 않겠습니다</a:t>
            </a:r>
            <a:r>
              <a:rPr lang="en-US" altLang="ko-KR" sz="16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!</a:t>
            </a:r>
            <a:endParaRPr lang="ko-KR" altLang="en-US" sz="1600" dirty="0">
              <a:solidFill>
                <a:schemeClr val="bg1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879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22</Words>
  <Application>Microsoft Office PowerPoint</Application>
  <PresentationFormat>와이드스크린</PresentationFormat>
  <Paragraphs>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ADLaM Display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jshop2412</dc:creator>
  <cp:lastModifiedBy>jshop2412</cp:lastModifiedBy>
  <cp:revision>1</cp:revision>
  <dcterms:created xsi:type="dcterms:W3CDTF">2024-04-21T09:44:46Z</dcterms:created>
  <dcterms:modified xsi:type="dcterms:W3CDTF">2024-04-21T12:22:49Z</dcterms:modified>
</cp:coreProperties>
</file>